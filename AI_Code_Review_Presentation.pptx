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Code Review &amp; Rewrite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system for real-time code analysis, review, and rewriting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Groq Llama 3.3 70B for fast inference</a:t>
            </a:r>
          </a:p>
          <a:p>
            <a:r>
              <a:t>Detects bugs, performance &amp; security issues</a:t>
            </a:r>
          </a:p>
          <a:p>
            <a:r>
              <a:t>Auto code rewrite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Development Teams</a:t>
            </a:r>
          </a:p>
          <a:p>
            <a:r>
              <a:t>Education Platforms</a:t>
            </a:r>
          </a:p>
          <a:p>
            <a:r>
              <a:t>Enterprise QA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submits code</a:t>
            </a:r>
          </a:p>
          <a:p>
            <a:r>
              <a:t>AI reviews &amp; categorizes issues</a:t>
            </a:r>
          </a:p>
          <a:p>
            <a:r>
              <a:t>Rewrite &amp; optimize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FastAPI</a:t>
            </a:r>
          </a:p>
          <a:p>
            <a:r>
              <a:t>Frontend: HTML5, Tailwind, JS</a:t>
            </a:r>
          </a:p>
          <a:p>
            <a:r>
              <a:t>AI: Groq + Llama 3.3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Requirements</a:t>
            </a:r>
          </a:p>
          <a:p>
            <a:r>
              <a:t>Model Init</a:t>
            </a:r>
          </a:p>
          <a:p>
            <a:r>
              <a:t>Interfacing</a:t>
            </a:r>
          </a:p>
          <a:p>
            <a:r>
              <a:t>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 FastAPI</a:t>
            </a:r>
          </a:p>
          <a:p>
            <a:r>
              <a:t>Web UI with review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Faster, smarter, production-ready code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